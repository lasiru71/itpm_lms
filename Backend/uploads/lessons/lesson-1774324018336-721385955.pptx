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0" r:id="rId23"/>
    <p:sldId id="281" r:id="rId24"/>
    <p:sldId id="283" r:id="rId25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8751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1544259"/>
            <a:ext cx="9146751" cy="137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1624774"/>
            <a:ext cx="8603674" cy="1304510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4500" spc="113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997188"/>
            <a:ext cx="6858000" cy="981941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5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2026-02-20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3735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2026-02-20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9661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1544259"/>
            <a:ext cx="9146751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1656659"/>
            <a:ext cx="7886700" cy="12573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500" b="0" spc="11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007751"/>
            <a:ext cx="7886700" cy="880979"/>
          </a:xfrm>
        </p:spPr>
        <p:txBody>
          <a:bodyPr anchor="t"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2026-02-20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387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08" y="1508760"/>
            <a:ext cx="3566160" cy="31546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2793" y="1508760"/>
            <a:ext cx="3566160" cy="31546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2026-02-20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37218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5256" y="1435102"/>
            <a:ext cx="3566160" cy="557321"/>
          </a:xfrm>
        </p:spPr>
        <p:txBody>
          <a:bodyPr anchor="ctr">
            <a:normAutofit/>
          </a:bodyPr>
          <a:lstStyle>
            <a:lvl1pPr marL="0" indent="0">
              <a:buNone/>
              <a:defRPr sz="157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5256" y="1992425"/>
            <a:ext cx="3566160" cy="26746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73423" y="1435102"/>
            <a:ext cx="3566160" cy="557321"/>
          </a:xfrm>
        </p:spPr>
        <p:txBody>
          <a:bodyPr anchor="ctr">
            <a:normAutofit/>
          </a:bodyPr>
          <a:lstStyle>
            <a:lvl1pPr marL="0" indent="0">
              <a:buNone/>
              <a:defRPr sz="157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73423" y="1992423"/>
            <a:ext cx="3566160" cy="26746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2026-02-20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60230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2026-02-20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50210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2026-02-20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738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256" y="1590041"/>
            <a:ext cx="4594860" cy="30861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41767" y="1610615"/>
            <a:ext cx="2400300" cy="257423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2026-02-20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71009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60120" y="1658621"/>
            <a:ext cx="4594860" cy="294894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43016" y="1612966"/>
            <a:ext cx="2400300" cy="257175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2026-02-20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7199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2026-02-20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44862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205978"/>
            <a:ext cx="1801785" cy="44231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05978"/>
            <a:ext cx="5979968" cy="44231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817141"/>
            <a:ext cx="2057397" cy="273844"/>
          </a:xfrm>
        </p:spPr>
        <p:txBody>
          <a:bodyPr/>
          <a:lstStyle/>
          <a:p>
            <a:fld id="{96DFF08F-DC6B-4601-B491-B0F83F6DD2DA}" type="datetimeFigureOut">
              <a:rPr lang="en-US" dirty="0"/>
              <a:t>2026-02-20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4817141"/>
            <a:ext cx="3209752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4817141"/>
            <a:ext cx="659819" cy="273844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63512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1327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32082"/>
            <a:ext cx="9141714" cy="12344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2189" y="213132"/>
            <a:ext cx="7338060" cy="1131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189" y="1508760"/>
            <a:ext cx="7338060" cy="3154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1699" y="4817141"/>
            <a:ext cx="2250671" cy="273844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788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2026-02-20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7353" y="4817141"/>
            <a:ext cx="378333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94195" y="4817141"/>
            <a:ext cx="709698" cy="273844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0519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tx1"/>
        </a:buClr>
        <a:buFont typeface="Wingdings" pitchFamily="2" charset="2"/>
        <a:buChar char="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65151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6345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0385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2175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5465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Font typeface="Wingdings" pitchFamily="2" charset="2"/>
        <a:buChar char="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1249" y="1550670"/>
            <a:ext cx="5301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Fundamentals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4260982" y="2388870"/>
            <a:ext cx="6220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78279" y="3013710"/>
            <a:ext cx="218732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 of Databases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562681" y="3406140"/>
            <a:ext cx="201863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</a:t>
            </a:r>
            <a:endParaRPr lang="en-US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5FAAB3-9A96-A472-3C24-6E0DDC1AF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824" y="298062"/>
            <a:ext cx="1080352" cy="8642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Keyword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only unique values, eliminating duplicates: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1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DISTINCT column_name FROM table_name;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11074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35077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DISTINCT City FROM Students;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Operator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records where a column matches any value in a list: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1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* FROM Students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88214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City IN ('Colombo', 'Kandy', 'Galle');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Operator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Excludes records where column matches values in the list: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1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* FROM Students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88214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City NOT IN ('Colombo', 'Kandy');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vs Multiple 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queries are equivalent, but IN is cleaner: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1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IN: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95834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City IN ('Colombo', 'Kandy', 'Galle')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35077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OR: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266700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City = 'Colombo' OR City = 'Kandy' OR City = 'Galle'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Renaming Attributes (AS)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AS to give columns temporary names in results: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1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FirstName AS 'First Name',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520267" y="1642111"/>
            <a:ext cx="20523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AS 'Email Address'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203454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Students;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3427307" y="1648038"/>
            <a:ext cx="214714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LastName AS 'Last Name',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Aliases - Examples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column names more readable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 calculated columns meaningfully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 complex column expressions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keyword is optional but recommended</a:t>
            </a:r>
            <a:endParaRPr lang="en-US" sz="135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Functions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calculations on multiple rows and return a single value: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09"/>
            <a:ext cx="7620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COUNT()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Counts number of rows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SUM()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Calculates total sum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AVG()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Calculates average value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MAX()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Finds maximum value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MIN()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Finds minimum value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Function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total number of records: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09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COUNT(*) FROM Students;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11074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NOT NULL values in a column: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503173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COUNT(Email) FROM Students;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and AVG Functions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total salary: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09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SUM(Salary) FROM Employees;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03454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average age: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426973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AVG(Age) FROM Students;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and MIN Functions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highest salary: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09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MAX(Salary) FROM Employees;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03454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lowest price: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426973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MIN(Price) FROM Products;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Clause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rows with same values in specified columns: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09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City, COUNT(*)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88214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Students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122173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City;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- Use Cases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students per city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total sales per product category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average salary per department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used with aggregation functions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Multiple Columns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multiple attributes: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14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City, Gender, COUNT(*)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882146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Students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122168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City, Gender;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HAVING Clause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groups created by GROUP BY: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14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City, COUNT(*)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882146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Students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122168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City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236220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HAVING COUNT(*) &gt; 10;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HAVING - Use Cases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cities with more than 10 students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 with average salary above 50000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with total sales exceeding target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be used with GROUP BY and aggregate functions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143000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92682"/>
            <a:ext cx="7924800" cy="1143000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vs HAVING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82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950718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individual rows before grouping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621282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093718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groups after GROUP BY is applied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Clause -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rows before grouping: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14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City, COUNT(*)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882146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Students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122168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Age &gt;= 18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236220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City;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HAVING Clause -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groups after grouping: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14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City, AVG(Age)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882146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Students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122168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City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236220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HAVING AVG(Age) &gt; 20;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and HAVING Together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used in the same query: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14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City, AVG(Age)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882146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Students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122168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Gender = 'Female'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236220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City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260223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HAVING AVG(Age) &gt;= 15;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Differences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Filters rows, used before GROUP BY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HAVING: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Filters groups, used after GROUP BY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Cannot use aggregate functions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HAVING: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Works with aggregate functions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Department, AVG(Salary) AS AvgSalary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489714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Employees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729746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Salary &gt; 30000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1969768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Department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220980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HAVING AVG(Salary) &gt; 50000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244983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BY AvgSalary DESC;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DISTINCT to remove duplicate values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IN for cleaner multiple value checks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aliases (AS) for readability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WHERE before GROUP BY for efficiency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1804039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517" y="2581275"/>
            <a:ext cx="9829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Banded</Template>
  <TotalTime>635</TotalTime>
  <Words>684</Words>
  <Application>Microsoft Office PowerPoint</Application>
  <PresentationFormat>On-screen Show (16:9)</PresentationFormat>
  <Paragraphs>149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Corbel</vt:lpstr>
      <vt:lpstr>Wingdings</vt:lpstr>
      <vt:lpstr>Banded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Mr. HL Dishan Pahan De Silva</cp:lastModifiedBy>
  <cp:revision>5</cp:revision>
  <dcterms:created xsi:type="dcterms:W3CDTF">2026-02-19T14:41:49Z</dcterms:created>
  <dcterms:modified xsi:type="dcterms:W3CDTF">2026-02-20T14:42:57Z</dcterms:modified>
</cp:coreProperties>
</file>